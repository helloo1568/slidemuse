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让求助有回应，让服务有交接。本项目为原创概念作品，所有数据为虚构演示输入，不代表真实性能、服务成效或竞赛成果。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受理、响应和回访需要连成完整记录。本项目为原创概念作品，所有数据为虚构演示输入，不代表真实性能、服务成效或竞赛成果。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社区调度台持续跟踪每一单的状态。本项目为原创概念作品，所有数据为虚构演示输入，不代表真实性能、服务成效或竞赛成果。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不同服务由具备相应能力的人员承接。本项目为原创概念作品，所有数据为虚构演示输入，不代表真实性能、服务成效或竞赛成果。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长者能够使用，也能够选择退出。本项目为原创概念作品，所有数据为虚构演示输入，不代表真实性能、服务成效或竞赛成果。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响应、完成和满意度采用不同统计口径。本项目为原创概念作品，所有数据为虚构演示输入，不代表真实性能、服务成效或竞赛成果。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人员排班与持续跟踪决定服务可持续性。本项目为原创概念作品，所有数据为虚构演示输入，不代表真实性能、服务成效或竞赛成果。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先建立可靠交接，再扩大服务覆盖。本项目为原创概念作品，所有数据为虚构演示输入，不代表真实性能、服务成效或竞赛成果。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1-page" descr="01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2-page" descr="02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3-page" descr="03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4-page" descr="04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5-page" descr="05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6-page" descr="06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7-page" descr="07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8-page" descr="08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邻里守望 — 国赛风格作品集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