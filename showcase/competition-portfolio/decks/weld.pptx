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让焊缝缺陷有位置、有证据、有复核路径。本项目为原创概念作品，所有数据为虚构演示输入，不代表真实性能、服务成效或竞赛成果。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批次变化使固定检测流程难以直接复用。本项目为原创概念作品，所有数据为虚构演示输入，不代表真实性能、服务成效或竞赛成果。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检测结果同时交付缺陷位置和原始证据。本项目为原创概念作品，所有数据为虚构演示输入，不代表真实性能、服务成效或竞赛成果。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图像质量控制先于缺陷分类。本项目为原创概念作品，所有数据为虚构演示输入，不代表真实性能、服务成效或竞赛成果。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设计优势需要分别验证，不能用单一准确率概括。本项目为原创概念作品，所有数据为虚构演示输入，不代表真实性能、服务成效或竞赛成果。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统一样本口径才能比较检测方式。本项目为原创概念作品，所有数据为虚构演示输入，不代表真实性能、服务成效或竞赛成果。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工作站交付要覆盖采集、复核和版本维护。本项目为原创概念作品，所有数据为虚构演示输入，不代表真实性能、服务成效或竞赛成果。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每一步以可核验的交付件作为推进条件。本项目为原创概念作品，所有数据为虚构演示输入，不代表真实性能、服务成效或竞赛成果。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1-page" descr="01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2-page" descr="02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3-page" descr="03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4-page" descr="04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5-page" descr="05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6-page" descr="06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7-page" descr="07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8-page" descr="08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焊隙智检 — 国赛风格作品集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