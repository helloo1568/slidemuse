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</p:sldIdLst>
  <p:sldSz cx="12191999" cy="6857999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让路口冲突预警具备现场依据与复盘记录。本项目为原创概念作品，所有数据为虚构演示输入，不代表真实性能、服务成效或竞赛成果。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当前状态与未来交互需要分开判断。本项目为原创概念作品，所有数据为虚构演示输入，不代表真实性能、服务成效或竞赛成果。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同一事件保留感知、判断和反馈记录。本项目为原创概念作品，所有数据为虚构演示输入，不代表真实性能、服务成效或竞赛成果。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感知置信度决定风险结果的适用范围。本项目为原创概念作品，所有数据为虚构演示输入，不代表真实性能、服务成效或竞赛成果。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验证必须覆盖困难场景与无冲突样本。本项目为原创概念作品，所有数据为虚构演示输入，不代表真实性能、服务成效或竞赛成果。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更早提示的收益需要与误报代价一起评估。本项目为原创概念作品，所有数据为虚构演示输入，不代表真实性能、服务成效或竞赛成果。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现场运行以辅助提示和可恢复为前提。本项目为原创概念作品，所有数据为虚构演示输入，不代表真实性能、服务成效或竞赛成果。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先证明可复现，再确认现场使用价值。本项目为原创概念作品，所有数据为虚构演示输入，不代表真实性能、服务成效或竞赛成果。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1-page" descr="01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2-page" descr="02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3-page" descr="03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4-page" descr="04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5-page" descr="05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6-page" descr="06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7-page" descr="07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08-page" descr="08-page.png"/>
          <p:cNvPicPr>
            <a:picLocks noChangeAspect="1"/>
          </p:cNvPicPr>
          <p:nvPr/>
        </p:nvPicPr>
        <p:blipFill>
          <a:blip r:embed="rId2"/>
          <a:srcRect t="27" b="27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路口先知 — 国赛风格作品集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