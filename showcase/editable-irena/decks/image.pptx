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第14页World行给出2023和2024年末存量。相减为585170MW，增长率约15.148538%，一位小数为15.1%。序言585GW为约数，与明细并不矛盾。多数年末接网口径不应扩张成所有离网装置绝不包含。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整数约数对应净容量变化。太阳能明细1865490−1413548=451942MW，风能1132837−1019603=113234MW；用总体585170扣除两项得19994MW。图以452/113/20用于直观比较，不把差额估算称作来源直接列出的技术分类。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-page" descr="01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-page" descr="02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-word-repair" descr="03-word-repair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-repair" descr="04-repair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-exact-v2" descr="05-exact-v2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-page" descr="06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